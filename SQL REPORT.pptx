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8" r:id="rId11"/>
    <p:sldId id="267" r:id="rId12"/>
    <p:sldId id="265" r:id="rId13"/>
    <p:sldId id="266" r:id="rId14"/>
    <p:sldId id="271" r:id="rId15"/>
    <p:sldId id="269" r:id="rId16"/>
    <p:sldId id="278" r:id="rId17"/>
    <p:sldId id="276" r:id="rId18"/>
    <p:sldId id="272" r:id="rId19"/>
    <p:sldId id="273" r:id="rId20"/>
    <p:sldId id="277" r:id="rId21"/>
    <p:sldId id="275" r:id="rId22"/>
    <p:sldId id="279" r:id="rId23"/>
    <p:sldId id="280" r:id="rId24"/>
    <p:sldId id="281" r:id="rId25"/>
    <p:sldId id="284" r:id="rId26"/>
    <p:sldId id="282" r:id="rId27"/>
    <p:sldId id="283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0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5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2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5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6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2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3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27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1351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13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01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80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1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5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7A0A9-19D4-4158-AC0D-34D9B075BF6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A85E2-276A-4AAC-AE88-A5026692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17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6DF7-734B-3749-0CFC-CF30E414E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LOAN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4A191-E9C4-3282-DB2E-C356C48DA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84786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4600-BDDC-A392-8792-ECAC92F4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LOAN APPLICATIONS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1F561-32F3-12B8-4D0B-A92B660E9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57" y="2331158"/>
            <a:ext cx="8082643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D29D-BF12-E9D6-0472-BBAD84BE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RECEIVED(PAYMENTS)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F0102B-1024-7980-4643-FE6B045AC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844" y="2426413"/>
            <a:ext cx="7360708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1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CCE6-C080-AC56-312E-9A934D6E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PAYMENTS FOR CURRENT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FFAAE-7B87-2B7F-FF43-49DA612A4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587" y="2407362"/>
            <a:ext cx="9111342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7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1466-D913-CAF1-926B-D6E71B19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FUNDED LOAN AMOUNT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1E2BF0-3D2F-DC4A-AA18-CCA6FEA91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214" y="2378785"/>
            <a:ext cx="8474529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B86D-C79A-BC22-41BF-B75B23A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MONTH LOAN APPS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9E71E1-9602-58CF-EED5-5D18D8F5E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211" y="2304966"/>
            <a:ext cx="5874052" cy="32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3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BEA1-05B9-0FD4-0C93-64174062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 MONTH PAYMENTS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8B6D8C-5483-0EC1-D677-CE206FB74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159" y="2170594"/>
            <a:ext cx="8881697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6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A85A-7E0E-5705-6C55-AC636086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LOAN APPLICATIONS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4D0649-0513-D849-A9B4-D75E370F3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451" y="2358943"/>
            <a:ext cx="5321573" cy="31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68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4531-FE27-8340-0C7B-3F75A804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INTEREST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9EBB6B-3944-D7BD-60EB-4010A773C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666" y="2181134"/>
            <a:ext cx="6655142" cy="352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0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3F7E-FFA2-57BB-BAC8-56022384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AVG INTEREST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21089-968D-8544-20C5-B2F75F3D9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43" y="2339892"/>
            <a:ext cx="4654789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5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D320-27FF-AA2E-A7BC-9EAA4C2C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 MONTH AVG INTEREST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EDD1FA-86ED-2686-5EB3-A84F83906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109" y="2400220"/>
            <a:ext cx="5950256" cy="308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57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9B43-B8A6-CB13-9CF1-5D5E96C2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DTI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D73010-CFF4-0E96-1CB3-AB667B962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88" y="2406571"/>
            <a:ext cx="4845299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5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8DEB-1C96-66FB-6DBD-84BBFD32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DTI FOR PREV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C58DC1-D458-0AB6-441E-0DEBC612C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947" y="2390695"/>
            <a:ext cx="5448580" cy="310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A736-DC88-DFCB-52D4-280B1A09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GOOD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C076E-B267-912C-1AA3-3B78F88C3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074" y="2101755"/>
            <a:ext cx="6350326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8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4767-9570-D052-B813-321B5E92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LOAN PERCENTAGE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A767CC-3BA2-98DD-4D25-1EBFCE2F5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614" y="2282739"/>
            <a:ext cx="8687246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4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97E5-0DA6-9392-5D9A-FDCACDC6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OFFERED TO GOOD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E64C12-385D-77C6-ED3B-891CC06F1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360" y="2101755"/>
            <a:ext cx="6883754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99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2E40-C934-FD3C-0B51-C6561001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PAYMENTS FROM GOOD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9CE29-2919-226B-DDC4-0446EF89D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360" y="2257338"/>
            <a:ext cx="6883754" cy="33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20AA-980C-BB88-C691-404CB0DD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3A06FA-4444-BD2D-A780-D69BFFC80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29" y="2397836"/>
            <a:ext cx="7803855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65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2B37-5C1E-501C-1D4C-66D72745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PERCENTAGE OF BAD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961E7-258D-2FC8-0576-27DB6E80D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004" y="2387520"/>
            <a:ext cx="7150467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6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09E7-EE47-6BCA-47AE-9D00216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OFFERED TO BAD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8E3DA-1F43-FEAA-EE96-83EF4C47A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651" y="2162083"/>
            <a:ext cx="6293173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68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F3E5-B337-872C-6089-EB8F5D7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RECEIVED FROM BAD LOANS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2BF5B-59BC-B28B-C82A-A5B0D8CF9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830" y="2350209"/>
            <a:ext cx="7470480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6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F7C2-0BF3-CBBC-61B4-42704885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PERFOMANCE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7428D9-7F5D-0D87-BBDB-53B335FEE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360" y="2101755"/>
            <a:ext cx="6883754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61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E64D-23BE-66FE-7C4B-ADA9D914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PERFORMANCE TO 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5DD0B-B038-FF3E-2629-04B27ED27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010" y="2190660"/>
            <a:ext cx="6896454" cy="35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962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954D-A5AA-289B-B305-A2C0DF87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PERFORMANCE FOR PREV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02997-5E27-B047-1D0D-2596B4F42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551" y="2095500"/>
            <a:ext cx="7341373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4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7E95-06F3-F9F2-D572-A1FCE42E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TREND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446F6-C1C6-4032-5AD4-3F4B38C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441" y="2095500"/>
            <a:ext cx="6917592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72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CF15-43B5-9755-FE6C-F4ACA9C1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TREND BY TERMS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4B7CD-566B-9391-BD1A-C48B1F457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129" y="2301790"/>
            <a:ext cx="5188217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98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B52B-D418-7E49-373D-6129B625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031386-88BF-9B5A-7FF6-A97A173A7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129" y="2301790"/>
            <a:ext cx="5188217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96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40BB1-E6FA-A8CA-AAD4-DC9A08C2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HOMEOWNERSHIP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BDE9EA-2C95-8394-1793-2E59B9D26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571" y="2543103"/>
            <a:ext cx="6477333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35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CC8D-A118-9AC8-DAE3-119FDF93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073989-5E3E-95A6-27F2-5A2ACD3EE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59" y="2095500"/>
            <a:ext cx="6111157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08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3B1B-2ECB-A25E-F518-AC15E471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DURATION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40C477-A88F-46D9-F5CE-9291B7C00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59" y="2095500"/>
            <a:ext cx="6111157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20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39</TotalTime>
  <Words>108</Words>
  <Application>Microsoft Office PowerPoint</Application>
  <PresentationFormat>Widescreen</PresentationFormat>
  <Paragraphs>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Bookman Old Style</vt:lpstr>
      <vt:lpstr>Rockwell</vt:lpstr>
      <vt:lpstr>Damask</vt:lpstr>
      <vt:lpstr>BANK LOAN ANALYSIS</vt:lpstr>
      <vt:lpstr>TOTAL LOAN APPLICATIONS</vt:lpstr>
      <vt:lpstr>AMOUNT RECEIVED(PAYMENTS)</vt:lpstr>
      <vt:lpstr>TOTAL PAYMENTS FOR CURRENT MONTH</vt:lpstr>
      <vt:lpstr>TOTAL FUNDED LOAN AMOUNT</vt:lpstr>
      <vt:lpstr>PREVIOUS MONTH LOAN APPS</vt:lpstr>
      <vt:lpstr>PREV MONTH PAYMENTS</vt:lpstr>
      <vt:lpstr>CURRENT LOAN APPLICATIONS</vt:lpstr>
      <vt:lpstr>AVERAGE INTEREST RATE</vt:lpstr>
      <vt:lpstr>CURRENT AVG INTEREST RATE</vt:lpstr>
      <vt:lpstr>PREV MONTH AVG INTEREST RATE</vt:lpstr>
      <vt:lpstr>AVERAGE DTI</vt:lpstr>
      <vt:lpstr>AVERAGE DTI FOR PREV MONTH</vt:lpstr>
      <vt:lpstr>TOTAL GOOD LOANS</vt:lpstr>
      <vt:lpstr>GOOD LOAN PERCENTAGE</vt:lpstr>
      <vt:lpstr>AMOUNT OFFERED TO GOOD LOANS</vt:lpstr>
      <vt:lpstr>PAYMENTS FROM GOOD LOANS</vt:lpstr>
      <vt:lpstr>BAD LOANS</vt:lpstr>
      <vt:lpstr>PERCENTAGE OF BAD LOANS</vt:lpstr>
      <vt:lpstr>AMOUNT OFFERED TO BAD LOANS</vt:lpstr>
      <vt:lpstr>AMOUNT RECEIVED FROM BAD LOANS</vt:lpstr>
      <vt:lpstr>LOAN PERFOMANCE</vt:lpstr>
      <vt:lpstr>LOAN PERFORMANCE TO DATE</vt:lpstr>
      <vt:lpstr>LOAN PERFORMANCE FOR PREV MONTH</vt:lpstr>
      <vt:lpstr>MONTHLY TREND PERFORMANCE</vt:lpstr>
      <vt:lpstr>LOAN TREND BY TERMS</vt:lpstr>
      <vt:lpstr>PURPOSE TREND</vt:lpstr>
      <vt:lpstr>HOMEOWNERSHIP TREND</vt:lpstr>
      <vt:lpstr>LOCATION TREND</vt:lpstr>
      <vt:lpstr>EMPLOYMENT DURATION TREND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fauxtyn focus</dc:creator>
  <cp:lastModifiedBy>fauxtyn focus</cp:lastModifiedBy>
  <cp:revision>1</cp:revision>
  <dcterms:created xsi:type="dcterms:W3CDTF">2026-05-11T14:10:41Z</dcterms:created>
  <dcterms:modified xsi:type="dcterms:W3CDTF">2026-05-11T14:50:10Z</dcterms:modified>
</cp:coreProperties>
</file>